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Traditional UI to AI-driven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Traditional: Frontend → Backend → DB</a:t>
            </a:r>
          </a:p>
          <a:p>
            <a:r>
              <a:t>Manual navigation and filtering</a:t>
            </a:r>
          </a:p>
          <a:p/>
          <a:p>
            <a:r>
              <a:t>Modern: Chat → LLM → MCP → Backend → DB</a:t>
            </a:r>
          </a:p>
          <a:p>
            <a:r>
              <a:t>Natural language → instant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Traditional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Frontend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Backend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Modern AI + MCP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Chat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MCP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Backend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Resources: employees, departments</a:t>
            </a:r>
          </a:p>
          <a:p>
            <a:r>
              <a:t>Tools: get_employee_count_by_department</a:t>
            </a:r>
          </a:p>
          <a:p>
            <a:r>
              <a:t>Skills: orchestrate query → tool →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Chat-first interaction</a:t>
            </a:r>
          </a:p>
          <a:p>
            <a:r>
              <a:t>Faster insights</a:t>
            </a:r>
          </a:p>
          <a:p>
            <a:r>
              <a:t>No UI dependency</a:t>
            </a:r>
          </a:p>
          <a:p>
            <a:r>
              <a:t>Better user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